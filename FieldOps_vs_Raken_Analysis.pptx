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Ops vs. Raken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&amp; Product Roadmap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Strategic Product Review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Advantages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AI, analytics capabilities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Raken doesn't offer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97280"/>
            <a:ext cx="256032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areas where Raken leads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we should address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560320" cy="731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Phases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roadmap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gaps and extend lead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has a significant competitive moat in legal protection, AI-powered workflows, and productivity analytics. However, Raken leads in time tracking, cloud infrastructure, integrations, and resource management. This deck outlines a strategic plan to close those gaps while preserving our differentiated strengths.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Comparison Matrix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103120"/>
                <a:gridCol w="14630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Reports / Field 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(12-screen)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JHA &amp;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(Claude AI)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Causation Chains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(unique)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Log &amp; Dispute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(comprehensive)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(unit rates)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(production)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Feedback &amp; Unit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Tracking / Time Clock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(kiosk, geo)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Sync / Multi-User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(IndexedDB)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 Ecosystem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integrations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Mgmt &amp; Checklists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Messaging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Incident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OSHA-compliant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(metadata-rich)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(real-time sync)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Mobile-First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(PWA-ready)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(native apps)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Competitive Moat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Raken cannot match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1615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075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Causation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4447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chains linking triggers to notices to damages with completeness scoring. No competitor offers this.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574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Workflows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tailored JHAs, toolbox talks, and 4-format weekly reports from daily log data.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072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642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Analytics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29443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rate tracking, bid-vs-actual analysis, productivity index by cost code, and variance trending.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570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392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Dispute-Ready Documentation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88720" y="369417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log, delay classification (excusable/compensable taxonomy), and contract clause cross-referencing.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0682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4142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12-Screen Daily Log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88720" y="44439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comprehensive field capture in the market: weather, manpower, equipment, RFIs, inspections, changes, conflicts, delays, safety, photos.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Analysis: Where Raken Leads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96696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97280" y="1197864"/>
            <a:ext cx="594360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1978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08960" y="914400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mode, geofencing, AI photo verification, punch-in/out. Critical for payroll workflow.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536192"/>
            <a:ext cx="822960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097280" y="1865376"/>
            <a:ext cx="594360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0"/>
          <p:cNvSpPr/>
          <p:nvPr/>
        </p:nvSpPr>
        <p:spPr>
          <a:xfrm>
            <a:off x="1097280" y="1865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108960" y="1581912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local IndexedDB. Raken syncs across devices in real-time. Blocking multi-user adoption.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203704"/>
            <a:ext cx="822960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(16+)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097280" y="2532888"/>
            <a:ext cx="594360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5"/>
          <p:cNvSpPr/>
          <p:nvPr/>
        </p:nvSpPr>
        <p:spPr>
          <a:xfrm>
            <a:off x="1097280" y="2532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108960" y="2249424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QuickBooks, Procore, Autodesk, Box, Sage, CMiC. Required for enterprise sales.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2871216"/>
            <a:ext cx="822960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923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2916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&amp; Resource Mgmt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1097280" y="3200400"/>
            <a:ext cx="594360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0"/>
          <p:cNvSpPr/>
          <p:nvPr/>
        </p:nvSpPr>
        <p:spPr>
          <a:xfrm>
            <a:off x="1097280" y="32004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3108960" y="2916936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tracking, resource scheduling, equipment utilization. Growing demand in field.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3538728"/>
            <a:ext cx="822960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66744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9728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Checklists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1097280" y="3867912"/>
            <a:ext cx="594360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Text 25"/>
          <p:cNvSpPr/>
          <p:nvPr/>
        </p:nvSpPr>
        <p:spPr>
          <a:xfrm>
            <a:off x="1097280" y="38679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3108960" y="3584448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checklists, quality workflows, observations tracking. Differentiator for GCs.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57200" y="4206240"/>
            <a:ext cx="822960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34256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9728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1097280" y="4535424"/>
            <a:ext cx="594360" cy="1828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8" name="Text 30"/>
          <p:cNvSpPr/>
          <p:nvPr/>
        </p:nvSpPr>
        <p:spPr>
          <a:xfrm>
            <a:off x="1097280" y="45354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3108960" y="4251960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Field-to-office communication. Nice-to-have; many teams use existing tools (Slack, text).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Opportunity: Time Tracking &amp; Workforce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Raken Offers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timecards with flexible entry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clock app (punch in/out)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mode for jobsite hardware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 for location verification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photo ID verification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theft prevention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approval workflows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Differentiated Approach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time data INTO daily log flow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 hours to cost codes for instant productivity calc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 on time entries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composition tracking (journeyman/apprentice) already built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 to productivity analytics engine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Legal-grade timestamps for dispute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Opportunity: Cloud &amp; Integrations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runs entirely on IndexedDB (browser-local storage). Data lives on a single device. No multi-user access, no cross-device sync, no backup. This is the single biggest barrier to commercial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Cloud-synced backend (Supabase/Firebase) with offline-first capability. Keep the instant local performance while enabling real-time sync, multi-user collaboration, role-based access, and automatic backups.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Priorities (by customer demand)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Payroll/Accounting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Sage/Deltek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ERP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Autodesk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BIM/Plans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Box/OneDrive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 Capture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Opportunity: Materials, Resources &amp; Quality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914400" cy="2560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37160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63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Tracking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log with photo proof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vs. plan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Waste/damage reporting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 to cost codes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AI-flagged material variances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Shape 11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630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Scheduling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2044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crew scheduler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allocation calendar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crew deployment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planning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Shape 16"/>
          <p:cNvSpPr/>
          <p:nvPr/>
        </p:nvSpPr>
        <p:spPr>
          <a:xfrm>
            <a:off x="7178040" y="137160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4630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0080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inspection checklists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Photo-verified punch lists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 tracking by trade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compliance scoring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corrective actions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5" name="Text 20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edge: Every material delivery and resource allocation feeds directly into our productivity and legal engines.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Ideas: AI-Powered Innovations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our AI advantage into areas Raken can't match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6187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Delay Forecasting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3990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daily log patterns + weather data + productivity trends to predict schedule slippage 2-3 weeks out. Alert supers before delays become claims.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847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Claim Packages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claim assembly: pull all related daily logs, photos, notices, and productivity data into a formatted claim document with causation narrative.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614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5968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Cost-to-Complete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28986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projects final cost using real-time unit rates vs. bid. Update estimates weekly as field data flows in. Flag cost codes heading over budget.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112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346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Pattern Recognition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88720" y="36484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near-miss and incident data across projects to identify trade-specific safety patterns. Proactive toolbox talk suggestions.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169664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6110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Daily Log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88720" y="43982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speaks into phone: 'Concrete crew poured 80 yards in Zone 3A today, had a 2-hour rain delay.' AI parses into structured log entry.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974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51560"/>
            <a:ext cx="6858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024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 migration (Supabase)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&amp; role-based access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 module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 engine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Procore integration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86868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68680"/>
            <a:ext cx="269748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051560"/>
            <a:ext cx="6858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0515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0" y="1024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1371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2026–Q1 2027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691640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tracking module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scheduling (crew/equip)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 &amp; checklists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Sage/Deltek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 (iOS/Android)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voice-to-log entry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868680"/>
            <a:ext cx="2697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868680"/>
            <a:ext cx="2697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051560"/>
            <a:ext cx="68580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0515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0" y="1024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1371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691640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delay forecasting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Auto-claim package generation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cost-to-complete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pattern recognition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dashboards &amp; BI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&amp; admin tools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last. Cloud migration in Phase 1 unlocks everything that follows.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already owns the hardest-to-build capabilities: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intelligence, AI workflows, and deep productivity analytics.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Raken's advantages are in infrastructure — cloud, integrations, and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C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 — which are buildable, not defensible.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Screens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Raken's 6 modules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Raken: zero AI 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0350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Causation, notices, disputes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Ops vs Raken — Competitive Analysis</dc:title>
  <dc:subject>PptxGenJS Presentation</dc:subject>
  <dc:creator>Field Ops Strategy</dc:creator>
  <cp:lastModifiedBy>Field Ops Strategy</cp:lastModifiedBy>
  <cp:revision>1</cp:revision>
  <dcterms:created xsi:type="dcterms:W3CDTF">2026-02-17T15:30:42Z</dcterms:created>
  <dcterms:modified xsi:type="dcterms:W3CDTF">2026-02-17T15:30:42Z</dcterms:modified>
</cp:coreProperties>
</file>